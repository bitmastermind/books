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Quick show of hands: who tried an AI tool since last class? Use that energy to launch into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fast here — 2-3 minutes max. This is a refresher, not new material. The goal is to reactivate what they already learned before building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each of these to one sentence plus one example. Don't get pulled into architecture details — the goal is just enough vocabulary to use the tools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if you have a projector and internet. If not, show a screenshot. The hallucinated function name is the moment that sticks with students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is strictly better — it's about how much you trust the tool with autonomy versus how much you want to stay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shout out a bad prompt and a good version of it. Makes this interactive instead of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drive one of these on their own laptop if time allows — doing beats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of the class. Tell a quick story if you have one — a real bug caused by blindly trusting AI output lands harder than the rule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back to the family-of-tools spectrum from earlier — the level of AI-augmentation expected keeps rising, and it's an even bigger edge for a diploma grad entering the job market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exercise, not just the quote — give them something concrete to walk away and do before you see them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With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Understanding LLMs to Shipping Faster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Deeper LLM concepts  ·  Coding tools  ·  Live demos  ·  Career skills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Time: The Story of 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years, two winters, and the 15-page paper that changed everything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86584" y="2286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86584" y="2286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&amp; 2nd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24528" y="2286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2286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62472" y="2286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2286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00416" y="2286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416" y="2286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738360" y="22860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2286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394460" y="3401568"/>
            <a:ext cx="9189720" cy="0"/>
          </a:xfrm>
          <a:prstGeom prst="line">
            <a:avLst/>
          </a:prstGeom>
          <a:noFill/>
          <a:ln w="19050">
            <a:solidFill>
              <a:srgbClr val="2336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landed: how an LLM actually works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315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193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the entire internet. Learns to predict the next word, billions of times.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315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6280" y="5193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broken into chunks before the model reads it — not whole words.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315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7532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75320" y="5193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word generated, it weighs which earlier words matter most.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Ideas About LLMs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of the mental model that actually matter once you start using these tools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15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3639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text the model can “hold in mind” at once. Long conversations push early messages out — that's why it “forgets.”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5146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2715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313639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randomness. Low = precise, repeatable answers. High = more creative, more varied — and more likely to wander.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7274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4807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plausible text, it doesn't look things up. Confidently wrong is still confident. Always verify.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452628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47274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vs. Instruct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514807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model just continues text. A chat-tuned model is trained to follow instructions and hold a conversation.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C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same coding question twice — once at low temperature, once at high.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ask something obscure and watch it invent a fake library function.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lesson in one demo: it predicts, it doesn't know. That's why you always run and read what it gives you.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Level of Control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coding tool sits somewhere on this spectrum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8036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 next line or block as you type. You stay in the driver's seat, one keystroke at a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6060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88036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3434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need in plain English; it writes code in a conversation. Good for learning and one-off snippets.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6060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88036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3931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3434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whole project, edits multiple files, runs commands. Most powerful — and most important to double-check.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MATTERS MOST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Ask for Code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prompt is the difference between working code and a mess to debug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2233A"/>
          </a:solidFill>
          <a:ln w="15875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304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57800" y="230428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framework, and constraints up front — not just “write me a login form.”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10378440" cy="0"/>
          </a:xfrm>
          <a:prstGeom prst="line">
            <a:avLst/>
          </a:prstGeom>
          <a:noFill/>
          <a:ln w="12700">
            <a:solidFill>
              <a:srgbClr val="1C2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2233A"/>
          </a:solidFill>
          <a:ln w="15875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264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explanation too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32644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what this does” turns a black box into something you actually learn from.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0378440" cy="0"/>
          </a:xfrm>
          <a:prstGeom prst="line">
            <a:avLst/>
          </a:prstGeom>
          <a:noFill/>
          <a:ln w="12700">
            <a:solidFill>
              <a:srgbClr val="1C2F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519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2233A"/>
          </a:solidFill>
          <a:ln w="15875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Iterate, don't restart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42245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“Now add error handling,” “now write tests for this” — build on the same thread.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10378440" cy="0"/>
          </a:xfrm>
          <a:prstGeom prst="line">
            <a:avLst/>
          </a:prstGeom>
          <a:noFill/>
          <a:ln w="12700">
            <a:solidFill>
              <a:srgbClr val="1C2F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120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2233A"/>
          </a:solidFill>
          <a:ln w="15875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5184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exact error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51846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error message plus the surrounding code beats a vague “it's not working.”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Try Today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— pick two or three depending on 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029968" cy="29260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plain-English spec into a starter codebase.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61488" y="2606040"/>
            <a:ext cx="2029968" cy="29260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44368" y="3200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an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44368" y="39776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error and the code, ask what's wrong.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74336" y="2606040"/>
            <a:ext cx="2029968" cy="29260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57216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57216" y="3200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unfamiliar 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57216" y="39776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line-by-line walkthrough of someone else's file.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87184" y="2606040"/>
            <a:ext cx="2029968" cy="29260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70064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70064" y="3200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pseudocode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70064" y="39776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flowchart or plain steps into working code.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00032" y="2606040"/>
            <a:ext cx="2029968" cy="29260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82912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82912" y="320040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tests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82912" y="39776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generate tests for a function you already wrote.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EVERYONE SKIPS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You. It Doesn't Replace Understanding.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that separate a fast developer from a dangerous 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that generated code works — execute it before you rely on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2233A"/>
          </a:solidFill>
          <a:ln w="12700">
            <a:solidFill>
              <a:srgbClr val="2336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36576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explain what a block of code does, you're not ready to ship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2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Blind-Paste It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21040" y="36576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into a real project. AI can be confidently wrong — verify first.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Just Moved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aren't hiring people who know AI exists — they want people who ship faster with it, and catch it when it's wrong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stay relevant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0520" y="30175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60520" y="3931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move 10x faster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30175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4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0" y="3931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fall behind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C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won't replace developers.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who use AI well will replace those who don't.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2233A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broken snippet, or build a simple to-do app — using any AI coding tool of your choice.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486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 to the room: “What's one task at your internship or project that AI could probably speed up?”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Coding With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2026-07-22T03:10:32Z</dcterms:created>
  <dcterms:modified xsi:type="dcterms:W3CDTF">2026-07-22T03:10:32Z</dcterms:modified>
</cp:coreProperties>
</file>