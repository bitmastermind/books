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energy: today they leave with something deployed. That's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moving on, cold-call 2-3 students to show the to-do app or fixed snippet they built for the takeaway exercise — 60 seconds each. Accountability plus it warms the room up for building together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something you can genuinely build live in 40 minutes — a habit tracker or a simple notes app works well. Say the name out loud now so it feels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the planning prompt first so students see the feature list come out before any code is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bug that's realistic, not silly — something they'll actually hit in their own code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deploy target picked and account created before class — don't burn live time on signups.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material diploma students are least likely to get anywhere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time, show a real (sanitized) example of a hidden instruction embedded in a webpage — it makes the abstract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an obscure but plausible-sounding method in a library the class knows, so the wrongness isn't obvious from reading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allows, have each student write one resume bullet for what they built today — concrete and immediately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naming next session's theme if you have one planned, so the series feels like it's building toward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Like an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Developer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isolated tricks to a real end-to-end workflow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Plan → Build → Break → Review → Ship  ·  Where it breaks  ·  Career skills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Toolkit So Far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control, and the three rules that keep you safe using any of them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tiers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2233A"/>
          </a:solidFill>
          <a:ln w="15875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609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2233A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6609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2233A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6609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92440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Claude Code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rules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12233A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519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06240" y="425196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12233A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42519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63840" y="425196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12233A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42519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Blind-Paste 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Start to Finish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take a small idea through every stage a real AI-assisted build goes through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552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23160" y="3703320"/>
            <a:ext cx="182880" cy="0"/>
          </a:xfrm>
          <a:prstGeom prst="line">
            <a:avLst/>
          </a:prstGeom>
          <a:noFill/>
          <a:ln w="19050">
            <a:solidFill>
              <a:srgbClr val="3A4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31089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2552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3703320"/>
            <a:ext cx="182880" cy="0"/>
          </a:xfrm>
          <a:prstGeom prst="line">
            <a:avLst/>
          </a:prstGeom>
          <a:noFill/>
          <a:ln w="19050">
            <a:solidFill>
              <a:srgbClr val="3A4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31089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2552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3703320"/>
            <a:ext cx="182880" cy="0"/>
          </a:xfrm>
          <a:prstGeom prst="line">
            <a:avLst/>
          </a:prstGeom>
          <a:noFill/>
          <a:ln w="19050">
            <a:solidFill>
              <a:srgbClr val="3A4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1089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2552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95360" y="3703320"/>
            <a:ext cx="182880" cy="0"/>
          </a:xfrm>
          <a:prstGeom prst="line">
            <a:avLst/>
          </a:prstGeom>
          <a:noFill/>
          <a:ln w="19050">
            <a:solidFill>
              <a:srgbClr val="3A4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31089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C3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32552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It, Then Build It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as useful for structuring an idea as it is for writing the code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AI a vague idea — “a habit tracker” — and ask it to break that into a feature list, a file structure, and a build order. This turns a blank page into a checklist.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51460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78892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3474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63640" y="40233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the project, then go feature by feature. Don't ask for the whole app in one prompt — build and check in small, reviewable chunks.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It, Then Review It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stages every tutorial skips — and the ones that actually build the skill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bug on purpose — a typo, an off-by-one, a wrong variable. Paste the error into AI and debug it together. This is the single best way to build debugging instinct.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51460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78892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0C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3474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63640" y="40233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review its own code for a second opinion, then have a student critique what it missed. AI reviewing AI still needs a human in the loop.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one-command deploy so “I built something real” feels true by the end of class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0515600" cy="2286000"/>
          </a:xfrm>
          <a:prstGeom prst="roundRect">
            <a:avLst>
              <a:gd name="adj" fmla="val 3200"/>
            </a:avLst>
          </a:prstGeom>
          <a:solidFill>
            <a:srgbClr val="12233A"/>
          </a:solidFill>
          <a:ln w="15875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localhost to a live link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finished feature with Vercel, Netlify, or Replit — pick whichever the class already has accounts for. The point isn't the platform, it's the moment: a working URL they can send a friend.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MOST CLASSES SKIP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failure modes is what separates someone who uses AI from someone who's used by 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RISKS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IP, and Prompt Injection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of these is hypothetical — both show up in real jobs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88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617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can carry vulnerable patterns or echo licensed code. Never paste API keys or secrets into a prompt. Never ship AI code into production without a human review.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51460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2788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3640" y="3337560"/>
            <a:ext cx="4617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AI tool reads external content — a webpage, a file, an email — that content can contain hidden instructions aimed at the AI, not you. A preview of a real threat you'll meet in industry.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C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AI for code using a library method that sounds right but doesn't exist.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write confident, clean-looking code around a function that will fail the moment you run 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than the temperature demo from last time — this one looks completely right until you actually run it. That gap is exactly why Run It and Read It are rules, not suggestions.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This Into a Career Asset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well is a skill employers screen for — here's how to show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help write clean READMEs, commit messages, and project descriptions for what you build on GitHub.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6060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6280" y="33832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for mock technical questions — but practice explaining your own past code out loud. That part AI can't do for you.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6060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0" y="33832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“Used AI tools” is weak. “Shipped X faster using Y”, backed by a real project, is what actually stands out.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C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matters more than any single trick.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Plan, build, break, review, ship — in that order, every time.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12233A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unfinished personal project idea and scaffold it with AI — this becomes a piece of your portfolio.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486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 to the room: “Where did AI save you the most time today — and where did you have to catch it?”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Like a Dev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2026-07-22T03:22:00Z</dcterms:created>
  <dcterms:modified xsi:type="dcterms:W3CDTF">2026-07-22T03:22:00Z</dcterms:modified>
</cp:coreProperties>
</file>